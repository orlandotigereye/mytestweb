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2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08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專案開發與費用評估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 err="1"/>
              <a:t>分析與資源規劃建議</a:t>
            </a:r>
            <a:endParaRPr dirty="0"/>
          </a:p>
          <a:p>
            <a:r>
              <a:rPr dirty="0"/>
              <a:t>2026-01-23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開發項目及必要規費方案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856335"/>
              </p:ext>
            </p:extLst>
          </p:nvPr>
        </p:nvGraphicFramePr>
        <p:xfrm>
          <a:off x="457199" y="1371600"/>
          <a:ext cx="82295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開發項目 (Option A)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核心細節說明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人天</a:t>
                      </a:r>
                      <a:endParaRPr dirty="0"/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數據抓取映射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基本 Scraper 撰寫、Firestore 結構化儲存與異常重試機制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 自動對帳金流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整合 ECPay API、訂單狀態自動更新與基礎退款邏輯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 託管與部署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Firebase Hosting、SSL 安全憑證與 CI/CD 流程自動化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 Line@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Messaging API 串接、報告自動推播、自定義圖文選單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 客服日誌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核心行為 Log 追蹤、Toast 報修通知系統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 人工緩衝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三方 API 審核、系統聯調、上線前 QA 壓力測試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總計 (Total)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商用自動化版全系統交付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1B592FF5-CAC0-9EFD-288E-B69498860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336511"/>
              </p:ext>
            </p:extLst>
          </p:nvPr>
        </p:nvGraphicFramePr>
        <p:xfrm>
          <a:off x="457200" y="3997354"/>
          <a:ext cx="8229600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服務類別</a:t>
                      </a:r>
                      <a:endParaRPr dirty="0"/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項目內容</a:t>
                      </a:r>
                      <a:endParaRPr dirty="0"/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方案一：標準商用版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方案二：旗艦規模版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 err="1"/>
                        <a:t>基礎設施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Firebase (Blaze)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約 NT$ 1,200 (</a:t>
                      </a:r>
                      <a:r>
                        <a:rPr dirty="0" err="1"/>
                        <a:t>一般流量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約 NT$ 4,500 (</a:t>
                      </a:r>
                      <a:r>
                        <a:rPr dirty="0" err="1"/>
                        <a:t>高併發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大量資料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社群通訊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Line@ </a:t>
                      </a:r>
                      <a:r>
                        <a:rPr dirty="0" err="1"/>
                        <a:t>官方帳號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NT$ 800 (</a:t>
                      </a:r>
                      <a:r>
                        <a:rPr dirty="0" err="1"/>
                        <a:t>中用量</a:t>
                      </a:r>
                      <a:r>
                        <a:rPr dirty="0"/>
                        <a:t> 3,000則)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NT$ 4,000 (高用量 25,000則)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金流串接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 err="1"/>
                        <a:t>綠界</a:t>
                      </a:r>
                      <a:r>
                        <a:rPr dirty="0"/>
                        <a:t> / Stripe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約 NT$ 450 (</a:t>
                      </a:r>
                      <a:r>
                        <a:rPr dirty="0" err="1"/>
                        <a:t>年費分攤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約 NT$ 800 (</a:t>
                      </a:r>
                      <a:r>
                        <a:rPr dirty="0" err="1"/>
                        <a:t>含自動開發票規費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通訊驗證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SMS /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約 NT$ 1,500 (</a:t>
                      </a:r>
                      <a:r>
                        <a:rPr dirty="0" err="1"/>
                        <a:t>核心通知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約 NT$ 12,000 (</a:t>
                      </a:r>
                      <a:r>
                        <a:rPr dirty="0" err="1"/>
                        <a:t>大量行銷推播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監控資安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Sentry / 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NT$ 0 (</a:t>
                      </a:r>
                      <a:r>
                        <a:rPr dirty="0" err="1"/>
                        <a:t>免費額度內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約 NT$ 2,500 (</a:t>
                      </a:r>
                      <a:r>
                        <a:rPr dirty="0" err="1"/>
                        <a:t>即時監控與防護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每月合計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預估營運規費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約 NT$ 3,950 / 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約 NT$ 23,800 / 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年度固定成本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固定項目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方案一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方案二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網域費 (Domain)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.com / .tw 網域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約 NT$ 1,000 /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約 NT$ 1,000 / 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SSL 憑證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HTTPS 安全加密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NT$ 0 (託管商內建)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約 NT$ 3,000 / 年 (企業級)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金流年費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ECPay 系統服務費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約 NT$ 5,000 /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約 NT$ 5,000 / 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年度固定總計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不含流量變動費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約 NT$ 6,000 /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約 NT$ 9,000 / 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EF3B47FC-8F07-8DC8-671D-7182445FA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894747"/>
              </p:ext>
            </p:extLst>
          </p:nvPr>
        </p:nvGraphicFramePr>
        <p:xfrm>
          <a:off x="457200" y="4297682"/>
          <a:ext cx="8229600" cy="208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136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項目類別</a:t>
                      </a:r>
                      <a:endParaRPr dirty="0"/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市場單價參考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來源依據</a:t>
                      </a:r>
                      <a:endParaRPr dirty="0"/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備註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Firebase Blaze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Storage .18/GB, Read .06/100k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Google Cloud </a:t>
                      </a:r>
                      <a:r>
                        <a:rPr dirty="0" err="1"/>
                        <a:t>官網公開計費標準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LINE 官方帳號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進階版  (3k則) / 專業版  (25k則)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LINE for Business 官網公告資費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 err="1"/>
                        <a:t>金流手續費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綠界 ECPay: 2.75% / 年費 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綠界科技官網商務方案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簡訊發送費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NT$ 1.5 - 2.5 / 每則 OTP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三竹 / Twilio 市場平均簡訊牌價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網域費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NT$ 500 - 1,200 /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GoDaddy / Namecheap </a:t>
                      </a:r>
                      <a:r>
                        <a:rPr dirty="0" err="1"/>
                        <a:t>牌價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D084D5D9-935A-7122-3AF7-9938C3CF5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752025"/>
              </p:ext>
            </p:extLst>
          </p:nvPr>
        </p:nvGraphicFramePr>
        <p:xfrm>
          <a:off x="457200" y="2834641"/>
          <a:ext cx="82296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資源類別</a:t>
                      </a:r>
                      <a:endParaRPr dirty="0"/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標準配額</a:t>
                      </a:r>
                      <a:r>
                        <a:rPr dirty="0"/>
                        <a:t> (Option 1)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旗艦配額 (Option 2)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資料庫 (Firestore)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10 GB (約 500 </a:t>
                      </a:r>
                      <a:r>
                        <a:rPr dirty="0" err="1"/>
                        <a:t>萬筆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 err="1"/>
                        <a:t>無上限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動態擴展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 err="1"/>
                        <a:t>檔案儲存空間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 GB (含備份)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無上限 (支援 PITR 備份)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流量與頻寬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 GB / 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高併發無縫支撐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備份機制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每日備份 (7天)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 err="1"/>
                        <a:t>即時同步</a:t>
                      </a:r>
                      <a:r>
                        <a:rPr dirty="0"/>
                        <a:t> + </a:t>
                      </a:r>
                      <a:r>
                        <a:rPr dirty="0" err="1"/>
                        <a:t>異地容災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建議與決策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lang="zh-TW" altLang="en-US" sz="2400" b="1" dirty="0"/>
              <a:t>固定費用及第三方費用</a:t>
            </a:r>
            <a:endParaRPr lang="en-US" altLang="zh-TW" sz="2400" b="1" dirty="0"/>
          </a:p>
          <a:p>
            <a:pPr>
              <a:defRPr sz="1600"/>
            </a:pPr>
            <a:r>
              <a:rPr lang="zh-TW" altLang="en-US" sz="2400" b="1" dirty="0"/>
              <a:t>方案一總年費👉 </a:t>
            </a:r>
            <a:r>
              <a:rPr lang="en-US" altLang="zh-TW" sz="2400" b="1" dirty="0"/>
              <a:t>6,000 + 3,950 = </a:t>
            </a:r>
            <a:r>
              <a:rPr lang="zh-TW" altLang="en-US" sz="2400" b="1" dirty="0"/>
              <a:t>約 </a:t>
            </a:r>
            <a:r>
              <a:rPr lang="en-US" altLang="zh-TW" sz="2400" b="1" dirty="0"/>
              <a:t>NT$ 9,950 / </a:t>
            </a:r>
            <a:r>
              <a:rPr lang="zh-TW" altLang="en-US" sz="2400" b="1" dirty="0"/>
              <a:t>年</a:t>
            </a:r>
            <a:endParaRPr lang="en-US" altLang="zh-TW" sz="2400" b="1" dirty="0"/>
          </a:p>
          <a:p>
            <a:pPr>
              <a:defRPr sz="1600"/>
            </a:pPr>
            <a:r>
              <a:rPr lang="zh-TW" altLang="en-US" sz="2400" b="1" dirty="0"/>
              <a:t>方案二總年費👉 </a:t>
            </a:r>
            <a:r>
              <a:rPr lang="en-US" altLang="zh-TW" sz="2400" b="1" dirty="0"/>
              <a:t>9,000 + 23,800 = </a:t>
            </a:r>
            <a:r>
              <a:rPr lang="zh-TW" altLang="en-US" sz="2400" b="1" dirty="0"/>
              <a:t>約 </a:t>
            </a:r>
            <a:r>
              <a:rPr lang="en-US" altLang="zh-TW" sz="2400" b="1" dirty="0"/>
              <a:t>NT$ 32,800 / </a:t>
            </a:r>
            <a:r>
              <a:rPr lang="zh-TW" altLang="en-US" sz="2400" b="1" dirty="0"/>
              <a:t>年</a:t>
            </a:r>
            <a:endParaRPr lang="en-US" altLang="zh-TW" sz="2400" b="1" dirty="0"/>
          </a:p>
          <a:p>
            <a:pPr>
              <a:defRPr sz="1600"/>
            </a:pPr>
            <a:r>
              <a:rPr lang="zh-TW" altLang="en-US" sz="2400" b="1" dirty="0"/>
              <a:t>開發人天</a:t>
            </a:r>
            <a:r>
              <a:rPr lang="en-US" altLang="zh-TW" sz="2400" b="1" dirty="0"/>
              <a:t>:	40</a:t>
            </a:r>
            <a:endParaRPr lang="en-US" sz="2400" b="1" dirty="0"/>
          </a:p>
          <a:p>
            <a:pPr>
              <a:defRPr sz="1600"/>
            </a:pPr>
            <a:endParaRPr lang="en-US" sz="2400" b="1" dirty="0"/>
          </a:p>
          <a:p>
            <a:pPr>
              <a:defRPr sz="1600"/>
            </a:pPr>
            <a:r>
              <a:rPr sz="2400" b="1" dirty="0" err="1"/>
              <a:t>方案選擇：初期快攻市場、預算導向選方案一</a:t>
            </a:r>
            <a:r>
              <a:rPr sz="2400" b="1" dirty="0"/>
              <a:t>；</a:t>
            </a:r>
            <a:endParaRPr lang="en-US" sz="2400" b="1" dirty="0"/>
          </a:p>
          <a:p>
            <a:pPr>
              <a:defRPr sz="1600"/>
            </a:pPr>
            <a:r>
              <a:rPr sz="2400" b="1" dirty="0" err="1"/>
              <a:t>追求全自動無人化</a:t>
            </a:r>
            <a:r>
              <a:rPr sz="2400" b="1" err="1"/>
              <a:t>、</a:t>
            </a:r>
            <a:r>
              <a:rPr sz="2400" b="1"/>
              <a:t>品牌選方案二</a:t>
            </a:r>
            <a:r>
              <a:rPr sz="2400" b="1" dirty="0"/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460</Words>
  <Application>Microsoft Office PowerPoint</Application>
  <PresentationFormat>如螢幕大小 (4:3)</PresentationFormat>
  <Paragraphs>118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專案開發與費用評估</vt:lpstr>
      <vt:lpstr>開發項目及必要規費方案</vt:lpstr>
      <vt:lpstr>年度固定成本</vt:lpstr>
      <vt:lpstr>建議與決策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cfoc 14</cp:lastModifiedBy>
  <cp:revision>6</cp:revision>
  <dcterms:created xsi:type="dcterms:W3CDTF">2013-01-27T09:14:16Z</dcterms:created>
  <dcterms:modified xsi:type="dcterms:W3CDTF">2026-01-23T08:47:15Z</dcterms:modified>
  <cp:category/>
</cp:coreProperties>
</file>